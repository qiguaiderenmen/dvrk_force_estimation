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57" d="100"/>
          <a:sy n="57" d="100"/>
        </p:scale>
        <p:origin x="6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0431-131E-7C26-99C3-A0EC4B409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45B2B-03F4-A4A8-183E-8A634DF02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FBAB7-6547-2A04-88DE-81F6C5EC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12557-3F23-1D22-955D-37CFCC0F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E9FC1-6E49-0CC5-6873-B56AACA2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20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3824-C1F7-5410-24A7-747DECE3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9CAE8-CA8F-98FE-9876-26A4F038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63C4A-3D6D-8DEF-C094-16993AF5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6F17D-870E-354F-025F-F43F7EA7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87E1F-24F8-50A5-7D59-B40AE9B6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0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2FD6-B3E9-8F23-B91F-16DACA69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A7105-F80C-DCAC-A2A4-04C0ED203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B7E7-2CC6-576F-760F-BECAF26D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ECCFC-E6F2-0410-BA19-6DE16DF2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E1B3-FF20-38F6-F5C1-CE7733BB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8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2AA7-E8F5-41D4-D9E9-A5263C7E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7CFF-A73D-155B-8295-7A91A9BF5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56B1B-49FA-8326-C258-775B7906A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9ED9A-5C5D-B2C2-F4BB-599993B4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70B80-79AC-6441-5D54-0723527C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D8F03-F146-AD3F-FA3A-8FC12E37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1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F497-AB55-1F69-8600-C8D6F1BE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FEDB9-E445-CC72-F87E-BD0717E4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FE56D-B949-1A07-D4C7-D1CD42C90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3CFE8-289E-87EE-7361-DCF350FF4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8B814-0959-4DEF-FE79-D213BC3A6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7FA91-2520-4EEA-3BEE-75056A77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974E62-43E5-84CC-C948-785DC0E3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6E6CB-6FB6-909B-85FE-DA6E02F2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0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53E0-FEC4-05CA-1AAD-3CC9989BE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02186-3E88-54C6-5A28-CDB26995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708FB-3C35-CAEE-435D-9840DBFF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46C33-570F-EB41-4122-77B11011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7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E71BC8-E05B-EFC4-047E-B10FA4E4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5DF73-24FF-EB20-8624-086B58B1A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67085-14AB-1E7E-9D74-ADD3F73F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9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15E2-6CE9-C2FA-B373-28D72642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C4784-0BDF-457F-F2A9-AE2BF355E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0C56-D1F2-F1CE-8863-2D0A49C45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64D40-9B34-3C00-FC49-A3C5F555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35907-D0B0-770C-1635-4EF8A98E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055F-96D9-F5C8-CEDD-558D332A9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82DE-522A-5EAA-00EA-BFAA1082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D682B-EAF4-C83E-FA90-8EB2D7A17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A44B3-41A0-9381-E086-5072F2277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EDE12-ADBD-F14D-97B0-73A5C2F2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2DACC-CE0E-2D8D-9133-CF781188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FF0C0-9009-7698-6ECE-1F244299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5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ADD4-462D-2658-1160-BA146C74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9B976-0F20-FD19-F332-1E58430A2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E4CA1-8E91-64E4-B962-B8B16006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87B91-832E-D924-9394-7DFE9439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B4A3-C562-7AB6-7488-8C3DE04C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4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EC094-58C3-B14A-B385-634B81CF5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90199-391F-E65D-8E95-9F2668E2B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AC8DE-E829-FA37-6488-0A1AD81B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8F14F-059E-C339-EB10-FF2B0520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136A5-64D5-7D84-A411-AAB96A00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8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A1E29-996F-8E71-4E19-7D68B317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AC03D-6C4F-269F-6CD2-D46943C32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BD43-9370-8C43-D6AD-4DAD40EEB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B6E51-C9B0-47D8-8E32-AA83EAB26E0E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25B01-4471-C428-526D-0F1C2A4F9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49C14-66AF-D88F-3F69-1CD65F1CB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129E5-B78D-4F22-B034-3B3B4CF91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2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metal insect with multiple arms&#10;&#10;Description automatically generated with medium confidence">
            <a:extLst>
              <a:ext uri="{FF2B5EF4-FFF2-40B4-BE49-F238E27FC236}">
                <a16:creationId xmlns:a16="http://schemas.microsoft.com/office/drawing/2014/main" id="{8B635466-742E-71C9-C946-01DAFE18E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859" y="1377849"/>
            <a:ext cx="5334011" cy="4000508"/>
          </a:xfrm>
          <a:prstGeom prst="rect">
            <a:avLst/>
          </a:prstGeom>
        </p:spPr>
      </p:pic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7EC5D14-8B17-ECF9-1E9D-EB5D4E3E19A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23068" y="1947336"/>
            <a:ext cx="889002" cy="634996"/>
          </a:xfrm>
          <a:prstGeom prst="curvedConnector3">
            <a:avLst>
              <a:gd name="adj1" fmla="val 198571"/>
            </a:avLst>
          </a:prstGeom>
          <a:ln w="76200">
            <a:solidFill>
              <a:srgbClr val="FFC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30A2AFA1-4572-1BFB-161B-6EB4E347A849}"/>
              </a:ext>
            </a:extLst>
          </p:cNvPr>
          <p:cNvCxnSpPr>
            <a:cxnSpLocks/>
          </p:cNvCxnSpPr>
          <p:nvPr/>
        </p:nvCxnSpPr>
        <p:spPr>
          <a:xfrm flipV="1">
            <a:off x="2633129" y="1947336"/>
            <a:ext cx="952504" cy="702734"/>
          </a:xfrm>
          <a:prstGeom prst="curvedConnector3">
            <a:avLst>
              <a:gd name="adj1" fmla="val 225110"/>
            </a:avLst>
          </a:prstGeom>
          <a:ln w="76200">
            <a:solidFill>
              <a:srgbClr val="FFC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35" name="Picture 3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21C82A9-D94B-1EE9-BF93-F08CE402B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872" y="-3177019"/>
            <a:ext cx="11475029" cy="86062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6F4789-B4F3-648A-3ED7-E1B3C14E7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3860" y="-2899839"/>
            <a:ext cx="5334010" cy="4000508"/>
          </a:xfrm>
          <a:prstGeom prst="rect">
            <a:avLst/>
          </a:prstGeom>
        </p:spPr>
      </p:pic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BC52D113-D661-B01F-994E-9DA526D2B7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23066" y="-2381249"/>
            <a:ext cx="889002" cy="634996"/>
          </a:xfrm>
          <a:prstGeom prst="curvedConnector3">
            <a:avLst>
              <a:gd name="adj1" fmla="val 198571"/>
            </a:avLst>
          </a:prstGeom>
          <a:ln w="76200">
            <a:solidFill>
              <a:srgbClr val="FFC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66F75F45-F03A-42A3-858B-56AE717F8BB7}"/>
              </a:ext>
            </a:extLst>
          </p:cNvPr>
          <p:cNvCxnSpPr>
            <a:cxnSpLocks/>
          </p:cNvCxnSpPr>
          <p:nvPr/>
        </p:nvCxnSpPr>
        <p:spPr>
          <a:xfrm flipV="1">
            <a:off x="2633127" y="-2381249"/>
            <a:ext cx="952504" cy="702734"/>
          </a:xfrm>
          <a:prstGeom prst="curvedConnector3">
            <a:avLst>
              <a:gd name="adj1" fmla="val 225110"/>
            </a:avLst>
          </a:prstGeom>
          <a:ln w="76200">
            <a:solidFill>
              <a:srgbClr val="FFC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60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C4DABE-CF24-4040-4880-A11D8DE1F0B1}"/>
              </a:ext>
            </a:extLst>
          </p:cNvPr>
          <p:cNvSpPr/>
          <p:nvPr/>
        </p:nvSpPr>
        <p:spPr>
          <a:xfrm>
            <a:off x="802887" y="5597913"/>
            <a:ext cx="1594624" cy="814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1E00A9-939D-8C35-7D6C-412DC3D5839B}"/>
              </a:ext>
            </a:extLst>
          </p:cNvPr>
          <p:cNvSpPr/>
          <p:nvPr/>
        </p:nvSpPr>
        <p:spPr>
          <a:xfrm>
            <a:off x="8812249" y="2520172"/>
            <a:ext cx="1594624" cy="81403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Robot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E71362-10FF-0208-4110-B02EF43934DB}"/>
              </a:ext>
            </a:extLst>
          </p:cNvPr>
          <p:cNvSpPr/>
          <p:nvPr/>
        </p:nvSpPr>
        <p:spPr>
          <a:xfrm>
            <a:off x="4033954" y="2520175"/>
            <a:ext cx="1825084" cy="81403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PID Controller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D4FD80-BCD5-6D35-A380-F910518E67C1}"/>
              </a:ext>
            </a:extLst>
          </p:cNvPr>
          <p:cNvSpPr/>
          <p:nvPr/>
        </p:nvSpPr>
        <p:spPr>
          <a:xfrm>
            <a:off x="6332963" y="2598233"/>
            <a:ext cx="2005361" cy="657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Joint Torque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9D26BA-C9DA-C08D-28E6-C4D21E2E55D7}"/>
              </a:ext>
            </a:extLst>
          </p:cNvPr>
          <p:cNvSpPr/>
          <p:nvPr/>
        </p:nvSpPr>
        <p:spPr>
          <a:xfrm>
            <a:off x="3880625" y="4066476"/>
            <a:ext cx="2131742" cy="657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 Joint Position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8F65C4-538B-E192-4B9E-D6B966C3B772}"/>
              </a:ext>
            </a:extLst>
          </p:cNvPr>
          <p:cNvSpPr/>
          <p:nvPr/>
        </p:nvSpPr>
        <p:spPr>
          <a:xfrm>
            <a:off x="385181" y="2598233"/>
            <a:ext cx="2131742" cy="657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Joint Position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B1DAE8-2605-D23E-9231-AA5305CA7E6E}"/>
              </a:ext>
            </a:extLst>
          </p:cNvPr>
          <p:cNvSpPr/>
          <p:nvPr/>
        </p:nvSpPr>
        <p:spPr>
          <a:xfrm>
            <a:off x="3030113" y="2681867"/>
            <a:ext cx="490651" cy="4906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F5446D-1692-0EA9-E949-0FF8B4331EDA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516923" y="2927193"/>
            <a:ext cx="5131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EDD37F8-87CE-EE48-AC46-CB50C883D73E}"/>
              </a:ext>
            </a:extLst>
          </p:cNvPr>
          <p:cNvSpPr/>
          <p:nvPr/>
        </p:nvSpPr>
        <p:spPr>
          <a:xfrm>
            <a:off x="3170766" y="2916598"/>
            <a:ext cx="211667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3AA4D19-45E7-4F5F-A5E3-68CD1FF5DB77}"/>
              </a:ext>
            </a:extLst>
          </p:cNvPr>
          <p:cNvCxnSpPr>
            <a:cxnSpLocks/>
            <a:stCxn id="8" idx="2"/>
            <a:endCxn id="10" idx="4"/>
          </p:cNvCxnSpPr>
          <p:nvPr/>
        </p:nvCxnSpPr>
        <p:spPr>
          <a:xfrm rot="10800000">
            <a:off x="3275439" y="3172518"/>
            <a:ext cx="605186" cy="12229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E72CF8-772F-E0A8-5998-EAD8BEC44450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3520764" y="2927193"/>
            <a:ext cx="51319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B5664E-CD48-E352-DE8E-DB450CA620C1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5859038" y="2927193"/>
            <a:ext cx="47392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EE5E9D-9B3E-47BD-C397-40D8B792C430}"/>
              </a:ext>
            </a:extLst>
          </p:cNvPr>
          <p:cNvCxnSpPr>
            <a:stCxn id="7" idx="6"/>
            <a:endCxn id="5" idx="1"/>
          </p:cNvCxnSpPr>
          <p:nvPr/>
        </p:nvCxnSpPr>
        <p:spPr>
          <a:xfrm flipV="1">
            <a:off x="8338324" y="2927192"/>
            <a:ext cx="4739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096817B-0028-5767-2133-805A1D5794CA}"/>
              </a:ext>
            </a:extLst>
          </p:cNvPr>
          <p:cNvCxnSpPr>
            <a:cxnSpLocks/>
            <a:stCxn id="5" idx="2"/>
            <a:endCxn id="8" idx="6"/>
          </p:cNvCxnSpPr>
          <p:nvPr/>
        </p:nvCxnSpPr>
        <p:spPr>
          <a:xfrm rot="5400000">
            <a:off x="7280352" y="2066226"/>
            <a:ext cx="1061225" cy="35971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10046</TotalTime>
  <Words>12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Hao</dc:creator>
  <cp:lastModifiedBy>Yang, Hao</cp:lastModifiedBy>
  <cp:revision>1</cp:revision>
  <dcterms:created xsi:type="dcterms:W3CDTF">2024-12-20T21:34:12Z</dcterms:created>
  <dcterms:modified xsi:type="dcterms:W3CDTF">2024-12-27T21:00:52Z</dcterms:modified>
</cp:coreProperties>
</file>